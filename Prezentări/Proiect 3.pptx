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CCAF7-4B52-4D60-8047-371866463D4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1914F-0D15-4CB1-869A-79FFBAD36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1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1914F-0D15-4CB1-869A-79FFBAD36E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03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4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3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8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47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03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1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4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729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650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3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21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228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829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89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0CA0B6-C025-4B09-837D-8F2D47207D3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964FB4-E8F0-435E-92F4-2359D5358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A589-7BA5-B5FD-F67F-FE0382843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Proiect</a:t>
            </a:r>
            <a:br>
              <a:rPr lang="en-US" sz="2000" dirty="0"/>
            </a:br>
            <a:r>
              <a:rPr lang="en-US" sz="2000" dirty="0"/>
              <a:t>II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41B19-B934-5A3A-8E28-7EFD9AB26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8165" y="3676450"/>
            <a:ext cx="6815669" cy="132080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transformatorului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proiectare</a:t>
            </a:r>
            <a:r>
              <a:rPr lang="en-US" dirty="0"/>
              <a:t> </a:t>
            </a:r>
            <a:r>
              <a:rPr lang="en-US" dirty="0" err="1"/>
              <a:t>redresor</a:t>
            </a:r>
            <a:endParaRPr lang="en-US" dirty="0"/>
          </a:p>
          <a:p>
            <a:r>
              <a:rPr lang="en-US" dirty="0"/>
              <a:t>	</a:t>
            </a:r>
          </a:p>
          <a:p>
            <a:r>
              <a:rPr lang="en-US" dirty="0"/>
              <a:t>									</a:t>
            </a:r>
            <a:r>
              <a:rPr lang="en-US"/>
              <a:t>	Pop Catalin-Cornel</a:t>
            </a:r>
          </a:p>
        </p:txBody>
      </p:sp>
    </p:spTree>
    <p:extLst>
      <p:ext uri="{BB962C8B-B14F-4D97-AF65-F5344CB8AC3E}">
        <p14:creationId xmlns:p14="http://schemas.microsoft.com/office/powerpoint/2010/main" val="299352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2D6D-3B36-74BB-DD9E-8DE63C06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transformatorului</a:t>
            </a:r>
            <a:br>
              <a:rPr lang="en-US" dirty="0"/>
            </a:br>
            <a:r>
              <a:rPr lang="en-US" sz="2700" dirty="0" err="1"/>
              <a:t>Calculele</a:t>
            </a:r>
            <a:r>
              <a:rPr lang="en-US" sz="2700" dirty="0"/>
              <a:t> </a:t>
            </a:r>
            <a:r>
              <a:rPr lang="en-US" sz="2700" dirty="0" err="1"/>
              <a:t>necesare</a:t>
            </a:r>
            <a:r>
              <a:rPr lang="en-US" sz="2700" dirty="0"/>
              <a:t> </a:t>
            </a:r>
            <a:r>
              <a:rPr lang="en-US" sz="2700" dirty="0" err="1"/>
              <a:t>determinarii</a:t>
            </a:r>
            <a:r>
              <a:rPr lang="en-US" sz="2700" dirty="0"/>
              <a:t> </a:t>
            </a:r>
            <a:r>
              <a:rPr lang="en-US" sz="2700" dirty="0" err="1"/>
              <a:t>datelor</a:t>
            </a:r>
            <a:r>
              <a:rPr lang="en-US" sz="2700" dirty="0"/>
              <a:t> </a:t>
            </a:r>
            <a:r>
              <a:rPr lang="en-US" sz="2700" dirty="0" err="1"/>
              <a:t>specifice</a:t>
            </a:r>
            <a:r>
              <a:rPr lang="en-US" sz="2700" dirty="0"/>
              <a:t> </a:t>
            </a:r>
            <a:r>
              <a:rPr lang="en-US" sz="2700" dirty="0" err="1"/>
              <a:t>transformatorului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B63D-FC2F-BF96-0FDE-8450ECCA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Date de </a:t>
            </a:r>
            <a:r>
              <a:rPr lang="en-US" dirty="0" err="1"/>
              <a:t>intrare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Constrangeriile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Calcule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0703E-B38E-B2F4-B1BD-DCA1FE58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63" y="3089064"/>
            <a:ext cx="6721422" cy="472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901D60-1027-A572-1034-49D0A898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4093677"/>
            <a:ext cx="4237087" cy="4191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69A47-69D5-0D3C-5967-C3E985BA0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100" y="5098290"/>
            <a:ext cx="8039797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5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2B0D-7706-B0E1-7CA5-4EA8B073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transformatorului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41FD-43F6-ECC5-6664-06A2FB2FC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 err="1"/>
              <a:t>Conditiile</a:t>
            </a:r>
            <a:r>
              <a:rPr lang="en-US" sz="3600" dirty="0"/>
              <a:t> </a:t>
            </a:r>
            <a:r>
              <a:rPr lang="en-US" sz="3600" dirty="0" err="1"/>
              <a:t>impuse</a:t>
            </a:r>
            <a:r>
              <a:rPr lang="en-US" sz="3600" dirty="0"/>
              <a:t> care au </a:t>
            </a:r>
            <a:r>
              <a:rPr lang="en-US" sz="3600" dirty="0" err="1"/>
              <a:t>reiesit</a:t>
            </a:r>
            <a:r>
              <a:rPr lang="en-US" sz="3600" dirty="0"/>
              <a:t> in </a:t>
            </a:r>
            <a:r>
              <a:rPr lang="en-US" sz="3600" dirty="0" err="1"/>
              <a:t>urma</a:t>
            </a:r>
            <a:r>
              <a:rPr lang="en-US" sz="3600" dirty="0"/>
              <a:t> </a:t>
            </a:r>
            <a:r>
              <a:rPr lang="en-US" sz="3600" dirty="0" err="1"/>
              <a:t>calculelor</a:t>
            </a:r>
            <a:r>
              <a:rPr lang="en-US" sz="3600" dirty="0"/>
              <a:t>:</a:t>
            </a:r>
          </a:p>
          <a:p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primar</a:t>
            </a:r>
            <a:r>
              <a:rPr lang="en-US" dirty="0"/>
              <a:t>: 230V</a:t>
            </a:r>
          </a:p>
          <a:p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secundar</a:t>
            </a:r>
            <a:r>
              <a:rPr lang="en-US" dirty="0"/>
              <a:t>: 12V</a:t>
            </a:r>
          </a:p>
          <a:p>
            <a:r>
              <a:rPr lang="en-US" dirty="0" err="1"/>
              <a:t>Puterea</a:t>
            </a:r>
            <a:r>
              <a:rPr lang="en-US" dirty="0"/>
              <a:t>: ≈ 12W</a:t>
            </a:r>
          </a:p>
          <a:p>
            <a:r>
              <a:rPr lang="en-US" dirty="0" err="1"/>
              <a:t>Curent</a:t>
            </a:r>
            <a:r>
              <a:rPr lang="en-US" dirty="0"/>
              <a:t>: ≈ 800mA</a:t>
            </a:r>
          </a:p>
        </p:txBody>
      </p:sp>
    </p:spTree>
    <p:extLst>
      <p:ext uri="{BB962C8B-B14F-4D97-AF65-F5344CB8AC3E}">
        <p14:creationId xmlns:p14="http://schemas.microsoft.com/office/powerpoint/2010/main" val="248853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50C0-3B9B-FD24-FCA2-A890BE70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transformatorului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D50A-545D-8EDC-8AE6-87830AC1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Avand in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cerintele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, am ales </a:t>
            </a:r>
            <a:r>
              <a:rPr lang="en-US" dirty="0" err="1"/>
              <a:t>transformatorul</a:t>
            </a:r>
            <a:r>
              <a:rPr lang="en-US" dirty="0"/>
              <a:t> PE4820-I-2301201.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err="1"/>
              <a:t>Putere</a:t>
            </a:r>
            <a:r>
              <a:rPr lang="en-US" dirty="0"/>
              <a:t>: 12VA 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err="1"/>
              <a:t>Vprimar</a:t>
            </a:r>
            <a:r>
              <a:rPr lang="en-US" dirty="0"/>
              <a:t>: 230V  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Vsecundar</a:t>
            </a:r>
            <a:r>
              <a:rPr lang="en-US" dirty="0"/>
              <a:t>: 12V.</a:t>
            </a:r>
          </a:p>
          <a:p>
            <a:pPr marL="0" indent="0">
              <a:buNone/>
            </a:pPr>
            <a:r>
              <a:rPr lang="en-US" dirty="0"/>
              <a:t>-Pret: 34 lei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6DCA0-583F-B54D-E215-EC9520C33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00" y="2960016"/>
            <a:ext cx="3360627" cy="308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8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6DC2-E204-2858-6829-DAB25229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diodei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condensatorului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D98AA-22D4-7E8B-D791-1C8256B5B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:</a:t>
            </a:r>
          </a:p>
          <a:p>
            <a:endParaRPr lang="en-US" i="1" dirty="0"/>
          </a:p>
          <a:p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condensator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conditii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diode: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D431F5-AA57-6718-F92E-867EE49FC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54" y="2942908"/>
            <a:ext cx="8862828" cy="735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83C79-516F-3148-38DC-3DAE4C32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43" y="3949722"/>
            <a:ext cx="4854361" cy="735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039052-7CE6-F87A-9D86-F7E56BE53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43" y="5113117"/>
            <a:ext cx="8573243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5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D4A9-5A82-0A6B-E9D1-EF8F39F9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diodei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condensatorului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DD68-07D6-B77E-0D2D-D903C2CE6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aleasa</a:t>
            </a:r>
            <a:r>
              <a:rPr lang="en-US" dirty="0"/>
              <a:t>: 1N4007</a:t>
            </a:r>
          </a:p>
          <a:p>
            <a:pPr marL="0" indent="0">
              <a:buNone/>
            </a:pPr>
            <a:r>
              <a:rPr lang="en-US" dirty="0"/>
              <a:t>-Pret: 0,44 lei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Vreverse</a:t>
            </a:r>
            <a:r>
              <a:rPr lang="en-US" dirty="0"/>
              <a:t>: 1000 V 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: 1A  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Curentul</a:t>
            </a:r>
            <a:r>
              <a:rPr lang="en-US" dirty="0"/>
              <a:t> maxim: 30A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2732B-18AB-F348-2AF3-5697E2A6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21" y="2556932"/>
            <a:ext cx="5567524" cy="345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6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4F02-E31F-35F9-5DDD-EB8A63BC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diodei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condensatorului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70FBD-0608-CC18-4921-FF795174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Condensatorul</a:t>
            </a:r>
            <a:r>
              <a:rPr lang="en-US" dirty="0"/>
              <a:t> ales: ESE478M025AM2AA</a:t>
            </a:r>
          </a:p>
          <a:p>
            <a:pPr marL="0" indent="0">
              <a:buNone/>
            </a:pPr>
            <a:r>
              <a:rPr lang="en-US" dirty="0"/>
              <a:t>-Pret:  3,23 RON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nomiala</a:t>
            </a:r>
            <a:r>
              <a:rPr lang="en-US" dirty="0"/>
              <a:t>: 25V</a:t>
            </a:r>
          </a:p>
          <a:p>
            <a:pPr marL="0" indent="0">
              <a:buNone/>
            </a:pPr>
            <a:r>
              <a:rPr lang="en-US" dirty="0"/>
              <a:t>-Capacitate: 4700uF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8A9E3-D3CF-8127-2FE6-A07D2E8F6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920" y="3429000"/>
            <a:ext cx="5677392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5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22B4-4D6E-6FD7-D131-16DB71A1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Simulari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09D348-687B-267C-6652-A9D85E624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045" y="2619375"/>
            <a:ext cx="9597909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5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584F6-2EE1-8895-2629-DFA8D6EF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991F33B-D43B-4339-C94E-6F339A65C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F6DA51-5026-85C6-D868-05A1709FF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17" y="493239"/>
            <a:ext cx="11205328" cy="592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4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682A98-00C4-C53E-2959-A24FD4EF7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341" y="517103"/>
            <a:ext cx="11208470" cy="57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94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1a97bc-cb5c-4215-a213-9601255787a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29CC4B1711C44897CE31227EB7480" ma:contentTypeVersion="14" ma:contentTypeDescription="Create a new document." ma:contentTypeScope="" ma:versionID="e191fb674869d34a93636d5cc049a75f">
  <xsd:schema xmlns:xsd="http://www.w3.org/2001/XMLSchema" xmlns:xs="http://www.w3.org/2001/XMLSchema" xmlns:p="http://schemas.microsoft.com/office/2006/metadata/properties" xmlns:ns3="5f1a97bc-cb5c-4215-a213-9601255787aa" xmlns:ns4="72e0da0d-2219-4f31-98a5-0ff1578319fa" targetNamespace="http://schemas.microsoft.com/office/2006/metadata/properties" ma:root="true" ma:fieldsID="5f8e3659dfc5e66fa9494f71ba3cfa33" ns3:_="" ns4:_="">
    <xsd:import namespace="5f1a97bc-cb5c-4215-a213-9601255787aa"/>
    <xsd:import namespace="72e0da0d-2219-4f31-98a5-0ff1578319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a97bc-cb5c-4215-a213-9601255787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e0da0d-2219-4f31-98a5-0ff1578319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6FC04B-AEE0-4264-9C5B-7811EB19AE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7CB85C-0EA5-4C53-94E1-36B16676DFFA}">
  <ds:schemaRefs>
    <ds:schemaRef ds:uri="http://purl.org/dc/terms/"/>
    <ds:schemaRef ds:uri="72e0da0d-2219-4f31-98a5-0ff1578319fa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f1a97bc-cb5c-4215-a213-9601255787aa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92EB4DC-AAA7-4C91-A407-9410270110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1a97bc-cb5c-4215-a213-9601255787aa"/>
    <ds:schemaRef ds:uri="72e0da0d-2219-4f31-98a5-0ff1578319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2160</TotalTime>
  <Words>198</Words>
  <Application>Microsoft Office PowerPoint</Application>
  <PresentationFormat>Widescreen</PresentationFormat>
  <Paragraphs>41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Organic</vt:lpstr>
      <vt:lpstr>                         Proiect II</vt:lpstr>
      <vt:lpstr> Alegerea transformatorului Calculele necesare determinarii datelor specifice transformatorului </vt:lpstr>
      <vt:lpstr>Alegerea transformatorului</vt:lpstr>
      <vt:lpstr>Alegerea transformatorului</vt:lpstr>
      <vt:lpstr>Alegerea diodei si a condensatorului</vt:lpstr>
      <vt:lpstr>Alegerea diodei si a condensatorului</vt:lpstr>
      <vt:lpstr>Alegerea diodei si a condensatorului</vt:lpstr>
      <vt:lpstr>Simulari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 Cornel Pop</dc:creator>
  <cp:lastModifiedBy>Catalin Cornel Pop</cp:lastModifiedBy>
  <cp:revision>10</cp:revision>
  <dcterms:created xsi:type="dcterms:W3CDTF">2025-10-31T19:16:38Z</dcterms:created>
  <dcterms:modified xsi:type="dcterms:W3CDTF">2025-11-29T11:40:37Z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0x010100B0E29CC4B1711C44897CE31227EB7480</vt:lpwstr>
  </property>
</Properties>
</file>