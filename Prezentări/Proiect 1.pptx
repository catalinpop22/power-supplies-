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2" r:id="rId5"/>
    <p:sldId id="260" r:id="rId6"/>
    <p:sldId id="263" r:id="rId7"/>
    <p:sldId id="261" r:id="rId8"/>
    <p:sldId id="25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13E6330-90C8-4E84-9B5F-2FF099FCED98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FCF4F75-6D0F-42F8-BF7A-22371BDE8A8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834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6330-90C8-4E84-9B5F-2FF099FCED98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4F75-6D0F-42F8-BF7A-22371BDE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08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6330-90C8-4E84-9B5F-2FF099FCED98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4F75-6D0F-42F8-BF7A-22371BDE8A8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273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6330-90C8-4E84-9B5F-2FF099FCED98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4F75-6D0F-42F8-BF7A-22371BDE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12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6330-90C8-4E84-9B5F-2FF099FCED98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4F75-6D0F-42F8-BF7A-22371BDE8A8B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5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6330-90C8-4E84-9B5F-2FF099FCED98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4F75-6D0F-42F8-BF7A-22371BDE8A8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101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6330-90C8-4E84-9B5F-2FF099FCED98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4F75-6D0F-42F8-BF7A-22371BDE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887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6330-90C8-4E84-9B5F-2FF099FCED98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4F75-6D0F-42F8-BF7A-22371BDE8A8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577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6330-90C8-4E84-9B5F-2FF099FCED98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4F75-6D0F-42F8-BF7A-22371BDE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44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6330-90C8-4E84-9B5F-2FF099FCED98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4F75-6D0F-42F8-BF7A-22371BDE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85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6330-90C8-4E84-9B5F-2FF099FCED98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4F75-6D0F-42F8-BF7A-22371BDE8A8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632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6330-90C8-4E84-9B5F-2FF099FCED98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4F75-6D0F-42F8-BF7A-22371BDE8A8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294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6330-90C8-4E84-9B5F-2FF099FCED98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4F75-6D0F-42F8-BF7A-22371BDE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24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6330-90C8-4E84-9B5F-2FF099FCED98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4F75-6D0F-42F8-BF7A-22371BDE8A8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03079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6330-90C8-4E84-9B5F-2FF099FCED98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4F75-6D0F-42F8-BF7A-22371BDE8A8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194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6330-90C8-4E84-9B5F-2FF099FCED98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4F75-6D0F-42F8-BF7A-22371BDE8A8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5401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E6330-90C8-4E84-9B5F-2FF099FCED98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F4F75-6D0F-42F8-BF7A-22371BDE8A8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981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13E6330-90C8-4E84-9B5F-2FF099FCED98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FCF4F75-6D0F-42F8-BF7A-22371BDE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3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obbytronica.ro/stabilizatoare-de-tensiune-liniare/" TargetMode="External"/><Relationship Id="rId2" Type="http://schemas.openxmlformats.org/officeDocument/2006/relationships/hyperlink" Target="https://www.analog.com/en/resources/app-notes/an-140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12ED9-055B-BE1C-76EC-7B7ED28293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Determinarea</a:t>
            </a:r>
            <a:r>
              <a:rPr lang="en-US" dirty="0"/>
              <a:t> </a:t>
            </a:r>
            <a:r>
              <a:rPr lang="en-US" dirty="0" err="1"/>
              <a:t>parametriilor</a:t>
            </a:r>
            <a:r>
              <a:rPr lang="en-US" dirty="0"/>
              <a:t> de </a:t>
            </a:r>
            <a:r>
              <a:rPr lang="en-US" dirty="0" err="1"/>
              <a:t>intrare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5ADC2C-700C-F8E1-8A6F-F791EAEC5D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Pop Catalin-Cornel</a:t>
            </a:r>
          </a:p>
          <a:p>
            <a:r>
              <a:rPr lang="en-US" dirty="0"/>
              <a:t>Grupa:2143/1</a:t>
            </a:r>
          </a:p>
        </p:txBody>
      </p:sp>
    </p:spTree>
    <p:extLst>
      <p:ext uri="{BB962C8B-B14F-4D97-AF65-F5344CB8AC3E}">
        <p14:creationId xmlns:p14="http://schemas.microsoft.com/office/powerpoint/2010/main" val="649780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EB963-894B-CBCE-1070-54C73A184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stabilizator</a:t>
            </a:r>
            <a:r>
              <a:rPr lang="en-US" dirty="0"/>
              <a:t> de </a:t>
            </a:r>
            <a:r>
              <a:rPr lang="en-US" dirty="0" err="1"/>
              <a:t>tensiune</a:t>
            </a:r>
            <a:r>
              <a:rPr lang="en-US" dirty="0"/>
              <a:t> </a:t>
            </a:r>
            <a:r>
              <a:rPr lang="en-US" dirty="0" err="1"/>
              <a:t>liniar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EE858-AEA6-AB4B-7054-308939AA6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Stabilizatorul</a:t>
            </a:r>
            <a:r>
              <a:rPr lang="en-US" dirty="0"/>
              <a:t> </a:t>
            </a:r>
            <a:r>
              <a:rPr lang="en-US" dirty="0" err="1"/>
              <a:t>liniar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circuit in care </a:t>
            </a:r>
            <a:r>
              <a:rPr lang="en-US" dirty="0" err="1"/>
              <a:t>tensiunea</a:t>
            </a:r>
            <a:r>
              <a:rPr lang="en-US" dirty="0"/>
              <a:t> de la </a:t>
            </a:r>
            <a:r>
              <a:rPr lang="en-US" dirty="0" err="1"/>
              <a:t>iesire</a:t>
            </a:r>
            <a:r>
              <a:rPr lang="en-US" dirty="0"/>
              <a:t> </a:t>
            </a:r>
            <a:r>
              <a:rPr lang="en-US" dirty="0" err="1"/>
              <a:t>depinde</a:t>
            </a:r>
            <a:r>
              <a:rPr lang="en-US" dirty="0"/>
              <a:t> in mod direct de </a:t>
            </a:r>
            <a:r>
              <a:rPr lang="en-US" dirty="0" err="1"/>
              <a:t>cea</a:t>
            </a:r>
            <a:r>
              <a:rPr lang="en-US" dirty="0"/>
              <a:t> de la </a:t>
            </a:r>
            <a:r>
              <a:rPr lang="en-US" dirty="0" err="1"/>
              <a:t>intrare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2A0098-EA74-2B1D-BEE4-60A0AE443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534" y="3230088"/>
            <a:ext cx="5156462" cy="282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48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CB8C0-E6BF-9ADA-B0BE-7C647BB70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Ecuatiile</a:t>
            </a:r>
            <a:r>
              <a:rPr lang="en-US" dirty="0"/>
              <a:t> </a:t>
            </a:r>
            <a:r>
              <a:rPr lang="en-US" dirty="0" err="1"/>
              <a:t>necesare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determinarea</a:t>
            </a:r>
            <a:r>
              <a:rPr lang="en-US" dirty="0"/>
              <a:t> </a:t>
            </a:r>
            <a:r>
              <a:rPr lang="en-US" dirty="0" err="1"/>
              <a:t>valorilor</a:t>
            </a:r>
            <a:r>
              <a:rPr lang="en-US" dirty="0"/>
              <a:t> </a:t>
            </a:r>
            <a:r>
              <a:rPr lang="en-US" dirty="0" err="1"/>
              <a:t>dorite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b="1" dirty="0" err="1"/>
              <a:t>Stabilizatorul</a:t>
            </a:r>
            <a:r>
              <a:rPr lang="en-US" b="1" dirty="0"/>
              <a:t> </a:t>
            </a:r>
            <a:r>
              <a:rPr lang="en-US" b="1" dirty="0" err="1"/>
              <a:t>liniar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A6A6A2-688D-92DE-1A2E-30DCF39E97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5143" y="3076644"/>
            <a:ext cx="9601200" cy="32731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E73A122-BE71-57AA-D58D-5F35A8F88A81}"/>
              </a:ext>
            </a:extLst>
          </p:cNvPr>
          <p:cNvSpPr txBox="1">
            <a:spLocks/>
          </p:cNvSpPr>
          <p:nvPr/>
        </p:nvSpPr>
        <p:spPr>
          <a:xfrm>
            <a:off x="1295398" y="2567131"/>
            <a:ext cx="2531882" cy="4831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Datele</a:t>
            </a:r>
            <a:r>
              <a:rPr lang="en-US" dirty="0"/>
              <a:t> de </a:t>
            </a:r>
            <a:r>
              <a:rPr lang="en-US" dirty="0" err="1"/>
              <a:t>intrare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973406F-1D33-7E73-7A1D-223E753662BA}"/>
              </a:ext>
            </a:extLst>
          </p:cNvPr>
          <p:cNvSpPr txBox="1">
            <a:spLocks/>
          </p:cNvSpPr>
          <p:nvPr/>
        </p:nvSpPr>
        <p:spPr>
          <a:xfrm>
            <a:off x="1295398" y="3464356"/>
            <a:ext cx="7965649" cy="45636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Rezultatele</a:t>
            </a:r>
            <a:r>
              <a:rPr lang="en-US" dirty="0"/>
              <a:t> </a:t>
            </a:r>
            <a:r>
              <a:rPr lang="en-US" dirty="0" err="1"/>
              <a:t>obtinute</a:t>
            </a:r>
            <a:r>
              <a:rPr lang="en-US" dirty="0"/>
              <a:t> in </a:t>
            </a:r>
            <a:r>
              <a:rPr lang="en-US" dirty="0" err="1"/>
              <a:t>urma</a:t>
            </a:r>
            <a:r>
              <a:rPr lang="en-US" dirty="0"/>
              <a:t> </a:t>
            </a:r>
            <a:r>
              <a:rPr lang="en-US" dirty="0" err="1"/>
              <a:t>calculelor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1E3075-2EDD-31BC-CC85-859535166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828" y="4046425"/>
            <a:ext cx="4572396" cy="5720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E9E11E-2050-4948-1ED1-2815AECF54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828" y="4933106"/>
            <a:ext cx="8100762" cy="4419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68A846-22F7-39CD-1B1D-8E1E6C31D3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3694" y="4122895"/>
            <a:ext cx="1905165" cy="41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485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9ABE1-75DF-C44E-310D-FBAEF377A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Stabilizator</a:t>
            </a:r>
            <a:r>
              <a:rPr lang="en-US" dirty="0"/>
              <a:t> IC?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30C70-B980-3A67-C690-C63726B0D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Sunt </a:t>
            </a:r>
            <a:r>
              <a:rPr lang="en-US" dirty="0" err="1"/>
              <a:t>niste</a:t>
            </a:r>
            <a:r>
              <a:rPr lang="en-US" dirty="0"/>
              <a:t> </a:t>
            </a:r>
            <a:r>
              <a:rPr lang="en-US" dirty="0" err="1"/>
              <a:t>circuite</a:t>
            </a:r>
            <a:r>
              <a:rPr lang="en-US" dirty="0"/>
              <a:t> integrate care </a:t>
            </a:r>
            <a:r>
              <a:rPr lang="en-US" dirty="0" err="1"/>
              <a:t>functioneaza</a:t>
            </a:r>
            <a:r>
              <a:rPr lang="en-US" dirty="0"/>
              <a:t> </a:t>
            </a:r>
            <a:r>
              <a:rPr lang="en-US" dirty="0" err="1"/>
              <a:t>aidoma</a:t>
            </a:r>
            <a:r>
              <a:rPr lang="en-US" dirty="0"/>
              <a:t> </a:t>
            </a:r>
            <a:r>
              <a:rPr lang="en-US" dirty="0" err="1"/>
              <a:t>stabilizatorului</a:t>
            </a:r>
            <a:r>
              <a:rPr lang="en-US" dirty="0"/>
              <a:t> </a:t>
            </a:r>
            <a:r>
              <a:rPr lang="en-US" dirty="0" err="1"/>
              <a:t>liniar</a:t>
            </a:r>
            <a:r>
              <a:rPr lang="en-US" dirty="0"/>
              <a:t>, </a:t>
            </a:r>
            <a:r>
              <a:rPr lang="en-US" dirty="0" err="1"/>
              <a:t>insa</a:t>
            </a:r>
            <a:r>
              <a:rPr lang="en-US" dirty="0"/>
              <a:t> </a:t>
            </a:r>
            <a:r>
              <a:rPr lang="en-US" dirty="0" err="1"/>
              <a:t>circuitul</a:t>
            </a:r>
            <a:r>
              <a:rPr lang="en-US" dirty="0"/>
              <a:t> care </a:t>
            </a:r>
            <a:r>
              <a:rPr lang="en-US" dirty="0" err="1"/>
              <a:t>realizeaza</a:t>
            </a:r>
            <a:r>
              <a:rPr lang="en-US" dirty="0"/>
              <a:t> </a:t>
            </a:r>
            <a:r>
              <a:rPr lang="en-US" dirty="0" err="1"/>
              <a:t>functia</a:t>
            </a:r>
            <a:r>
              <a:rPr lang="en-US" dirty="0"/>
              <a:t> de </a:t>
            </a:r>
            <a:r>
              <a:rPr lang="en-US" dirty="0" err="1"/>
              <a:t>stabilitate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incapsulat</a:t>
            </a:r>
            <a:r>
              <a:rPr lang="en-US" dirty="0"/>
              <a:t>, </a:t>
            </a:r>
            <a:r>
              <a:rPr lang="en-US" dirty="0" err="1"/>
              <a:t>astfel</a:t>
            </a:r>
            <a:r>
              <a:rPr lang="en-US" dirty="0"/>
              <a:t> </a:t>
            </a:r>
            <a:r>
              <a:rPr lang="en-US" dirty="0" err="1"/>
              <a:t>fiabilitatea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versatilitatea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imbunatatita</a:t>
            </a:r>
            <a:r>
              <a:rPr lang="en-US" dirty="0"/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203292-F4AD-8326-B1EF-D68A5DCE9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631" y="3638746"/>
            <a:ext cx="5555726" cy="249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73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6CE00-D18F-B421-16DD-B3958D4B8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Ecuatiile</a:t>
            </a:r>
            <a:r>
              <a:rPr lang="en-US" dirty="0"/>
              <a:t> </a:t>
            </a:r>
            <a:r>
              <a:rPr lang="en-US" dirty="0" err="1"/>
              <a:t>necesare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determinarea</a:t>
            </a:r>
            <a:r>
              <a:rPr lang="en-US" dirty="0"/>
              <a:t> </a:t>
            </a:r>
            <a:r>
              <a:rPr lang="en-US" dirty="0" err="1"/>
              <a:t>valorilor</a:t>
            </a:r>
            <a:r>
              <a:rPr lang="en-US" dirty="0"/>
              <a:t> </a:t>
            </a:r>
            <a:r>
              <a:rPr lang="en-US" dirty="0" err="1"/>
              <a:t>dorite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b="1" dirty="0" err="1"/>
              <a:t>Stabilizatorul</a:t>
            </a:r>
            <a:r>
              <a:rPr lang="en-US" b="1" dirty="0"/>
              <a:t> IC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196BB-0200-8FBE-F862-0EFFE6487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525633"/>
          </a:xfrm>
        </p:spPr>
        <p:txBody>
          <a:bodyPr/>
          <a:lstStyle/>
          <a:p>
            <a:r>
              <a:rPr lang="en-US" dirty="0" err="1"/>
              <a:t>Datele</a:t>
            </a:r>
            <a:r>
              <a:rPr lang="en-US" dirty="0"/>
              <a:t> de </a:t>
            </a:r>
            <a:r>
              <a:rPr lang="en-US" dirty="0" err="1"/>
              <a:t>intrare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6FA438-7F0C-DC4D-AE9E-6361A4A2C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3063208"/>
            <a:ext cx="6485182" cy="36579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FD7F13-E82C-87BE-021A-BDFE7E1E3853}"/>
              </a:ext>
            </a:extLst>
          </p:cNvPr>
          <p:cNvSpPr txBox="1">
            <a:spLocks/>
          </p:cNvSpPr>
          <p:nvPr/>
        </p:nvSpPr>
        <p:spPr>
          <a:xfrm>
            <a:off x="1295401" y="3588841"/>
            <a:ext cx="9601196" cy="5256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Rezultatele</a:t>
            </a:r>
            <a:r>
              <a:rPr lang="en-US" dirty="0"/>
              <a:t> </a:t>
            </a:r>
            <a:r>
              <a:rPr lang="en-US" dirty="0" err="1"/>
              <a:t>obtinute</a:t>
            </a:r>
            <a:r>
              <a:rPr lang="en-US" dirty="0"/>
              <a:t> in </a:t>
            </a:r>
            <a:r>
              <a:rPr lang="en-US" dirty="0" err="1"/>
              <a:t>urma</a:t>
            </a:r>
            <a:r>
              <a:rPr lang="en-US" dirty="0"/>
              <a:t> </a:t>
            </a:r>
            <a:r>
              <a:rPr lang="en-US" dirty="0" err="1"/>
              <a:t>calculelor</a:t>
            </a:r>
            <a:r>
              <a:rPr lang="en-US" dirty="0"/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F2E804-E95C-8206-67D7-8E90C1966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041" y="4224476"/>
            <a:ext cx="4099915" cy="3962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959C67-C377-5E26-0478-92D541F79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1" y="4958392"/>
            <a:ext cx="9716342" cy="65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240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F0EC6-4C8F-F5BA-E789-D1F09CE9F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 </a:t>
            </a:r>
            <a:r>
              <a:rPr lang="en-US" dirty="0" err="1"/>
              <a:t>este</a:t>
            </a:r>
            <a:r>
              <a:rPr lang="en-US" dirty="0"/>
              <a:t> un Convertor Buck?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78835-AA15-F6FD-E040-8FE29EB78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Este un circuit care </a:t>
            </a:r>
            <a:r>
              <a:rPr lang="en-US" dirty="0" err="1"/>
              <a:t>realizeaza</a:t>
            </a:r>
            <a:r>
              <a:rPr lang="en-US" dirty="0"/>
              <a:t> </a:t>
            </a:r>
            <a:r>
              <a:rPr lang="en-US" dirty="0" err="1"/>
              <a:t>conversia</a:t>
            </a:r>
            <a:r>
              <a:rPr lang="en-US" dirty="0"/>
              <a:t> DC-DC.</a:t>
            </a:r>
          </a:p>
          <a:p>
            <a:r>
              <a:rPr lang="en-US" dirty="0"/>
              <a:t>In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nostru</a:t>
            </a:r>
            <a:r>
              <a:rPr lang="en-US" dirty="0"/>
              <a:t>, </a:t>
            </a:r>
            <a:r>
              <a:rPr lang="en-US" dirty="0" err="1"/>
              <a:t>tensiunea</a:t>
            </a:r>
            <a:r>
              <a:rPr lang="en-US" dirty="0"/>
              <a:t> de la </a:t>
            </a:r>
            <a:r>
              <a:rPr lang="en-US" dirty="0" err="1"/>
              <a:t>iesirea</a:t>
            </a:r>
            <a:r>
              <a:rPr lang="en-US" dirty="0"/>
              <a:t> </a:t>
            </a:r>
            <a:r>
              <a:rPr lang="en-US" dirty="0" err="1"/>
              <a:t>convertorului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redusa</a:t>
            </a:r>
            <a:r>
              <a:rPr lang="en-US" dirty="0"/>
              <a:t>, </a:t>
            </a:r>
            <a:r>
              <a:rPr lang="en-US" dirty="0" err="1"/>
              <a:t>insa</a:t>
            </a:r>
            <a:r>
              <a:rPr lang="en-US" dirty="0"/>
              <a:t> </a:t>
            </a:r>
            <a:r>
              <a:rPr lang="en-US" dirty="0" err="1"/>
              <a:t>curentul</a:t>
            </a:r>
            <a:r>
              <a:rPr lang="en-US" dirty="0"/>
              <a:t> de </a:t>
            </a:r>
            <a:r>
              <a:rPr lang="en-US" dirty="0" err="1"/>
              <a:t>iesire</a:t>
            </a:r>
            <a:r>
              <a:rPr lang="en-US" dirty="0"/>
              <a:t> </a:t>
            </a:r>
            <a:r>
              <a:rPr lang="en-US" dirty="0" err="1"/>
              <a:t>creste</a:t>
            </a:r>
            <a:r>
              <a:rPr lang="en-US" dirty="0"/>
              <a:t> in </a:t>
            </a:r>
            <a:r>
              <a:rPr lang="en-US" dirty="0" err="1"/>
              <a:t>urma</a:t>
            </a:r>
            <a:r>
              <a:rPr lang="en-US" dirty="0"/>
              <a:t> </a:t>
            </a:r>
            <a:r>
              <a:rPr lang="en-US" dirty="0" err="1"/>
              <a:t>conversiei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8707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99323-9B2A-3D62-DA6A-6AA9A70D2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Ecuatiile</a:t>
            </a:r>
            <a:r>
              <a:rPr lang="en-US" dirty="0"/>
              <a:t> </a:t>
            </a:r>
            <a:r>
              <a:rPr lang="en-US" dirty="0" err="1"/>
              <a:t>necesare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determinarea</a:t>
            </a:r>
            <a:r>
              <a:rPr lang="en-US" dirty="0"/>
              <a:t> </a:t>
            </a:r>
            <a:r>
              <a:rPr lang="en-US" dirty="0" err="1"/>
              <a:t>valorilor</a:t>
            </a:r>
            <a:r>
              <a:rPr lang="en-US" dirty="0"/>
              <a:t> </a:t>
            </a:r>
            <a:r>
              <a:rPr lang="en-US" dirty="0" err="1"/>
              <a:t>dorite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b="1" dirty="0" err="1"/>
              <a:t>Convertorul</a:t>
            </a:r>
            <a:r>
              <a:rPr lang="en-US" b="1" dirty="0"/>
              <a:t> Buck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1371B-6061-8AE4-9B84-0478B5B35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535060"/>
          </a:xfrm>
        </p:spPr>
        <p:txBody>
          <a:bodyPr/>
          <a:lstStyle/>
          <a:p>
            <a:r>
              <a:rPr lang="en-US" dirty="0" err="1"/>
              <a:t>Datele</a:t>
            </a:r>
            <a:r>
              <a:rPr lang="en-US" dirty="0"/>
              <a:t> de </a:t>
            </a:r>
            <a:r>
              <a:rPr lang="en-US" dirty="0" err="1"/>
              <a:t>intrare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A99847-23D6-870D-15F6-CFC1081B0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3061570"/>
            <a:ext cx="6569009" cy="36579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0DB46C3-EFFB-6ECF-F866-CC6B192AF749}"/>
              </a:ext>
            </a:extLst>
          </p:cNvPr>
          <p:cNvSpPr txBox="1">
            <a:spLocks/>
          </p:cNvSpPr>
          <p:nvPr/>
        </p:nvSpPr>
        <p:spPr>
          <a:xfrm>
            <a:off x="1295401" y="3597504"/>
            <a:ext cx="9601196" cy="5350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Rezultatele</a:t>
            </a:r>
            <a:r>
              <a:rPr lang="en-US" dirty="0"/>
              <a:t> </a:t>
            </a:r>
            <a:r>
              <a:rPr lang="en-US" dirty="0" err="1"/>
              <a:t>obtinute</a:t>
            </a:r>
            <a:r>
              <a:rPr lang="en-US" dirty="0"/>
              <a:t> in </a:t>
            </a:r>
            <a:r>
              <a:rPr lang="en-US" dirty="0" err="1"/>
              <a:t>urma</a:t>
            </a:r>
            <a:r>
              <a:rPr lang="en-US" dirty="0"/>
              <a:t> </a:t>
            </a:r>
            <a:r>
              <a:rPr lang="en-US" dirty="0" err="1"/>
              <a:t>calculelor</a:t>
            </a:r>
            <a:r>
              <a:rPr lang="en-US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0F96AA-25D4-2B56-EA26-81CCECF9A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4096" y="4301068"/>
            <a:ext cx="4000847" cy="403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A0D3AE-BFD3-ED64-6E4D-2DA510F37A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086" y="5073517"/>
            <a:ext cx="9525825" cy="63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247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76E99-640B-56B1-CB59-D1952167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Bibliografie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0586C-5FD2-26ED-3659-C92BCCAD2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Dorin </a:t>
            </a:r>
            <a:r>
              <a:rPr lang="en-US" dirty="0" err="1"/>
              <a:t>Petreuș</a:t>
            </a:r>
            <a:r>
              <a:rPr lang="en-US" dirty="0"/>
              <a:t>, Toma </a:t>
            </a:r>
            <a:r>
              <a:rPr lang="en-US" dirty="0" err="1"/>
              <a:t>Patarau</a:t>
            </a:r>
            <a:r>
              <a:rPr lang="en-US" dirty="0"/>
              <a:t>, Radu Etz,</a:t>
            </a:r>
            <a:r>
              <a:rPr lang="en-US" i="1" dirty="0"/>
              <a:t> Power supplies – A practical approach</a:t>
            </a:r>
            <a:r>
              <a:rPr lang="en-US" dirty="0"/>
              <a:t>, </a:t>
            </a:r>
            <a:r>
              <a:rPr lang="en-US" dirty="0" err="1"/>
              <a:t>Mediamira</a:t>
            </a:r>
            <a:r>
              <a:rPr lang="en-US" dirty="0"/>
              <a:t>, Cluj-Napoca, 2016, ISBN: 978-973-713-333-5</a:t>
            </a:r>
          </a:p>
          <a:p>
            <a:r>
              <a:rPr lang="en-US" dirty="0">
                <a:hlinkClick r:id="rId2"/>
              </a:rPr>
              <a:t>Basic Concepts of Linear Regulator and Switching Mode Power Supplies | Analog Devices</a:t>
            </a:r>
            <a:endParaRPr lang="en-US" dirty="0"/>
          </a:p>
          <a:p>
            <a:r>
              <a:rPr lang="it-IT" dirty="0">
                <a:hlinkClick r:id="rId3"/>
              </a:rPr>
              <a:t>Stabilizatoare de tensiune liniare. – Hobbytronica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0921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341</TotalTime>
  <Words>204</Words>
  <Application>Microsoft Office PowerPoint</Application>
  <PresentationFormat>Widescreen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Organic</vt:lpstr>
      <vt:lpstr>Determinarea parametriilor de intrare</vt:lpstr>
      <vt:lpstr>Ce este un stabilizator de tensiune liniar?</vt:lpstr>
      <vt:lpstr>Ecuatiile necesare pentru determinarea valorilor dorite pentru Stabilizatorul liniar</vt:lpstr>
      <vt:lpstr>Ce este un Stabilizator IC? </vt:lpstr>
      <vt:lpstr>Ecuatiile necesare pentru determinarea valorilor dorite pentru Stabilizatorul IC </vt:lpstr>
      <vt:lpstr>Ce este un Convertor Buck?</vt:lpstr>
      <vt:lpstr>Ecuatiile necesare pentru determinarea valorilor dorite pentru Convertorul Buck</vt:lpstr>
      <vt:lpstr>Bibliografie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Catalin Cornel Pop</dc:creator>
  <cp:lastModifiedBy>Catalin Cornel Pop</cp:lastModifiedBy>
  <cp:revision>5</cp:revision>
  <dcterms:created xsi:type="dcterms:W3CDTF">2025-10-14T11:57:22Z</dcterms:created>
  <dcterms:modified xsi:type="dcterms:W3CDTF">2025-11-29T11:40:44Z</dcterms:modified>
</cp:coreProperties>
</file>