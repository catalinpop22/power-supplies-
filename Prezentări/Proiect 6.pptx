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15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0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3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506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00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89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58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8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1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01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4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34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8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877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482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22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71D981-A488-4A05-A09E-D742D093693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F8B85D-DBD3-4BF6-81B5-613197A6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2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0836-4162-63F3-BD82-5C872C2AAA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surse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EAD0-3291-7B0A-52BC-10FEBCA4A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Partea</a:t>
            </a:r>
            <a:r>
              <a:rPr lang="en-US" dirty="0"/>
              <a:t> a V-a</a:t>
            </a:r>
          </a:p>
          <a:p>
            <a:r>
              <a:rPr lang="en-US" dirty="0"/>
              <a:t>Pop Catalin-Cornel</a:t>
            </a:r>
          </a:p>
          <a:p>
            <a:r>
              <a:rPr lang="en-US" dirty="0"/>
              <a:t>Gr:2143</a:t>
            </a:r>
          </a:p>
        </p:txBody>
      </p:sp>
    </p:spTree>
    <p:extLst>
      <p:ext uri="{BB962C8B-B14F-4D97-AF65-F5344CB8AC3E}">
        <p14:creationId xmlns:p14="http://schemas.microsoft.com/office/powerpoint/2010/main" val="99860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23C28-AADA-4A41-B78A-CAB70670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de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08A25-0382-ADF5-9338-33BEE3CD8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control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bucla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inchisa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conectand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bucla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noastra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control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regleze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elimine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erorile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mentinand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dorita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52BB4-7194-9A39-6C42-BB40BFCDA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751" y="4216400"/>
            <a:ext cx="4926847" cy="174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4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37B6-0099-412B-6E46-1584AEFE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 </a:t>
            </a:r>
            <a:r>
              <a:rPr lang="en-US" dirty="0" err="1"/>
              <a:t>implementat</a:t>
            </a:r>
            <a:r>
              <a:rPr lang="en-US" dirty="0"/>
              <a:t> cu un circuit de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998AD-CD77-EFBC-D1E7-6F2CAFB38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9532" y="2483963"/>
            <a:ext cx="4809338" cy="3010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A84113-CFF8-73F2-30E8-525C3975F2B3}"/>
              </a:ext>
            </a:extLst>
          </p:cNvPr>
          <p:cNvSpPr txBox="1"/>
          <p:nvPr/>
        </p:nvSpPr>
        <p:spPr>
          <a:xfrm>
            <a:off x="1358934" y="2551837"/>
            <a:ext cx="48005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compensator Type 3,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evidentiat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blocurile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Iesirea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comparator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o forma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triunghiular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PWM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53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55CB-3854-9EE7-3C06-C6BA3B73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Cerinte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E047-6B5E-F81F-4063-A764D5670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Vinmax</a:t>
            </a:r>
            <a:r>
              <a:rPr lang="en-US" dirty="0"/>
              <a:t> = 15V</a:t>
            </a:r>
          </a:p>
          <a:p>
            <a:r>
              <a:rPr lang="en-US" dirty="0" err="1"/>
              <a:t>Vout</a:t>
            </a:r>
            <a:r>
              <a:rPr lang="en-US" dirty="0"/>
              <a:t> = 3.3V</a:t>
            </a:r>
          </a:p>
          <a:p>
            <a:r>
              <a:rPr lang="en-US" dirty="0" err="1"/>
              <a:t>Fsw</a:t>
            </a:r>
            <a:r>
              <a:rPr lang="en-US" dirty="0"/>
              <a:t> = 200Khz</a:t>
            </a:r>
          </a:p>
          <a:p>
            <a:r>
              <a:rPr lang="en-US" dirty="0"/>
              <a:t>L = 22µH</a:t>
            </a:r>
          </a:p>
          <a:p>
            <a:r>
              <a:rPr lang="en-US" dirty="0"/>
              <a:t>C = 10uF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9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7869-58AE-97DA-676E-645C45CD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Fisa</a:t>
            </a:r>
            <a:r>
              <a:rPr lang="en-US" dirty="0"/>
              <a:t> de </a:t>
            </a:r>
            <a:r>
              <a:rPr lang="en-US" dirty="0" err="1"/>
              <a:t>calcul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9CB950-C356-ED63-CE0C-1F840DA60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411" y="2028795"/>
            <a:ext cx="9193177" cy="13123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22846E-6397-F471-278A-D4A7819F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77" y="3516810"/>
            <a:ext cx="8410043" cy="26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8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AA0A-E01F-45A1-047B-8DCCBF6B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Fisa</a:t>
            </a:r>
            <a:r>
              <a:rPr lang="en-US" dirty="0"/>
              <a:t> de </a:t>
            </a:r>
            <a:r>
              <a:rPr lang="en-US" dirty="0" err="1"/>
              <a:t>calcul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84E55-2835-DDF3-D638-2206BDC4D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861" y="2566890"/>
            <a:ext cx="6216553" cy="2196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983BBA-561D-8386-DE1B-18E4279BB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414" y="2566890"/>
            <a:ext cx="3707165" cy="317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7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8EA7-DC3C-1D60-0F4D-C9DF4BD7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</a:t>
            </a:r>
            <a:r>
              <a:rPr lang="en-US" dirty="0"/>
              <a:t> </a:t>
            </a:r>
            <a:r>
              <a:rPr lang="en-US" dirty="0" err="1"/>
              <a:t>componente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781F-60E2-BE25-CFDE-BC2286469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Amplificator</a:t>
            </a:r>
            <a:r>
              <a:rPr lang="en-US" dirty="0"/>
              <a:t> de </a:t>
            </a:r>
            <a:r>
              <a:rPr lang="en-US" dirty="0" err="1"/>
              <a:t>eroare</a:t>
            </a:r>
            <a:r>
              <a:rPr lang="en-US" dirty="0"/>
              <a:t>: TLV9062IDGKR</a:t>
            </a:r>
          </a:p>
          <a:p>
            <a:r>
              <a:rPr lang="en-US" dirty="0"/>
              <a:t>Pret:1,07 $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AB5F29-B2F3-8A1F-D877-A3564CC52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13" y="3162617"/>
            <a:ext cx="7887383" cy="26443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990102-6A4C-8210-07E9-F2E34D4D2B4A}"/>
              </a:ext>
            </a:extLst>
          </p:cNvPr>
          <p:cNvSpPr/>
          <p:nvPr/>
        </p:nvSpPr>
        <p:spPr>
          <a:xfrm>
            <a:off x="3205113" y="3506770"/>
            <a:ext cx="7871382" cy="311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5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A6A0-7656-647B-3DAA-AF5721E1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AB68B-A151-8C29-FD6C-511D34BB4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Comparator: TLV3501AIDR</a:t>
            </a:r>
          </a:p>
          <a:p>
            <a:r>
              <a:rPr lang="en-US" dirty="0"/>
              <a:t>Pret: 3,22 $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D6D43-13D8-8A65-AC23-E471B2D9A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200" y="3574429"/>
            <a:ext cx="8291278" cy="23014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BB88A0-347B-C571-32BF-18DB8DCEF162}"/>
              </a:ext>
            </a:extLst>
          </p:cNvPr>
          <p:cNvSpPr/>
          <p:nvPr/>
        </p:nvSpPr>
        <p:spPr>
          <a:xfrm>
            <a:off x="2793476" y="5561814"/>
            <a:ext cx="8286161" cy="314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8C68-2F12-7BC6-ECC4-9BD6804B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componentelor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90E1B-E941-E892-EF11-24AE555E1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Capacitatea: T495D336K025ATE100</a:t>
            </a:r>
          </a:p>
          <a:p>
            <a:r>
              <a:rPr lang="en-US" dirty="0"/>
              <a:t>Pret: 1.80 $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97574-BDD5-3CD7-889B-E782480F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78" y="4216400"/>
            <a:ext cx="7856901" cy="1600339"/>
          </a:xfrm>
          <a:prstGeom prst="rect">
            <a:avLst/>
          </a:prstGeom>
        </p:spPr>
      </p:pic>
      <p:pic>
        <p:nvPicPr>
          <p:cNvPr id="1026" name="Picture 2" descr="33 µF Molded Tantalum Capacitors 25 V 2917 (7343 Metric) 100mOhm">
            <a:extLst>
              <a:ext uri="{FF2B5EF4-FFF2-40B4-BE49-F238E27FC236}">
                <a16:creationId xmlns:a16="http://schemas.microsoft.com/office/drawing/2014/main" id="{814B5E9C-58A8-0559-6093-E78B436AF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462" y="2104678"/>
            <a:ext cx="1744293" cy="174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852E6D-D7DF-8C24-1732-4FAB3C394827}"/>
              </a:ext>
            </a:extLst>
          </p:cNvPr>
          <p:cNvSpPr/>
          <p:nvPr/>
        </p:nvSpPr>
        <p:spPr>
          <a:xfrm>
            <a:off x="2294978" y="5542961"/>
            <a:ext cx="7856901" cy="273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76A29-10B7-C24C-5D77-B6407A7EFF12}"/>
              </a:ext>
            </a:extLst>
          </p:cNvPr>
          <p:cNvSpPr/>
          <p:nvPr/>
        </p:nvSpPr>
        <p:spPr>
          <a:xfrm>
            <a:off x="2294978" y="4901754"/>
            <a:ext cx="7856901" cy="273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7321-90E0-B5F4-55C7-2A1C7C23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D5637-6B1E-1AB6-7499-1D596EA8E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6930" y="2557993"/>
            <a:ext cx="5998139" cy="355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7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D491-7514-CAD1-1E80-0B4CD454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Simulari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2A2CBA-2365-4416-1324-B11C816E3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64" y="2201158"/>
            <a:ext cx="8911472" cy="39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22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6FFD-AF11-0D2B-21EC-12172014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de </a:t>
            </a:r>
            <a:r>
              <a:rPr lang="en-US" dirty="0" err="1"/>
              <a:t>reglaj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163720-C505-A73F-D259-560110D49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687" y="2557463"/>
            <a:ext cx="754062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38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5558-579B-D4F5-B1BA-8975499B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Marginea</a:t>
            </a:r>
            <a:r>
              <a:rPr lang="en-US" dirty="0"/>
              <a:t> de </a:t>
            </a:r>
            <a:r>
              <a:rPr lang="en-US" dirty="0" err="1"/>
              <a:t>faza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34FB23-3ECF-3189-D336-317E07B29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2656" y="2557463"/>
            <a:ext cx="7486687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32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628</TotalTime>
  <Words>179</Words>
  <Application>Microsoft Office PowerPoint</Application>
  <PresentationFormat>Widescreen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Proiect surse</vt:lpstr>
      <vt:lpstr>Sistem de control</vt:lpstr>
      <vt:lpstr>Buck implementat cu un circuit de control</vt:lpstr>
      <vt:lpstr>Cerinte de proiectare</vt:lpstr>
      <vt:lpstr>Fisa de calcul</vt:lpstr>
      <vt:lpstr>Fisa de calcul</vt:lpstr>
      <vt:lpstr>Alegere componente</vt:lpstr>
      <vt:lpstr>Alegere componente </vt:lpstr>
      <vt:lpstr>Alegerea componentelor</vt:lpstr>
      <vt:lpstr>Circuit</vt:lpstr>
      <vt:lpstr>Simulari</vt:lpstr>
      <vt:lpstr>Circuit de reglaj</vt:lpstr>
      <vt:lpstr>Marginea de faza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 Cornel Pop</dc:creator>
  <cp:lastModifiedBy>Catalin Cornel Pop</cp:lastModifiedBy>
  <cp:revision>10</cp:revision>
  <dcterms:created xsi:type="dcterms:W3CDTF">2026-01-18T09:02:56Z</dcterms:created>
  <dcterms:modified xsi:type="dcterms:W3CDTF">2026-01-18T20:43:14Z</dcterms:modified>
</cp:coreProperties>
</file>