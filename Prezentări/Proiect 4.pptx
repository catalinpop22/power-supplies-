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B05333-C300-4174-9D5E-DECAE3C6D20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096438-7418-4CF8-868E-21628D8E2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69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96438-7418-4CF8-868E-21628D8E2F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02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95C9773-E10A-4FEC-AF63-8D9E1215C20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56466EF-8D62-4ACD-BECB-AB7EFC7FB2B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93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C9773-E10A-4FEC-AF63-8D9E1215C20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66EF-8D62-4ACD-BECB-AB7EFC7FB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9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C9773-E10A-4FEC-AF63-8D9E1215C20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66EF-8D62-4ACD-BECB-AB7EFC7FB2B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698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C9773-E10A-4FEC-AF63-8D9E1215C20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66EF-8D62-4ACD-BECB-AB7EFC7FB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09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C9773-E10A-4FEC-AF63-8D9E1215C20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66EF-8D62-4ACD-BECB-AB7EFC7FB2B9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495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C9773-E10A-4FEC-AF63-8D9E1215C20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66EF-8D62-4ACD-BECB-AB7EFC7FB2B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582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C9773-E10A-4FEC-AF63-8D9E1215C20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66EF-8D62-4ACD-BECB-AB7EFC7FB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965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C9773-E10A-4FEC-AF63-8D9E1215C20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66EF-8D62-4ACD-BECB-AB7EFC7FB2B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627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C9773-E10A-4FEC-AF63-8D9E1215C20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66EF-8D62-4ACD-BECB-AB7EFC7FB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115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C9773-E10A-4FEC-AF63-8D9E1215C20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66EF-8D62-4ACD-BECB-AB7EFC7FB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42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C9773-E10A-4FEC-AF63-8D9E1215C20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66EF-8D62-4ACD-BECB-AB7EFC7FB2B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708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C9773-E10A-4FEC-AF63-8D9E1215C20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66EF-8D62-4ACD-BECB-AB7EFC7FB2B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893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C9773-E10A-4FEC-AF63-8D9E1215C20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66EF-8D62-4ACD-BECB-AB7EFC7FB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7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C9773-E10A-4FEC-AF63-8D9E1215C20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66EF-8D62-4ACD-BECB-AB7EFC7FB2B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304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C9773-E10A-4FEC-AF63-8D9E1215C20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66EF-8D62-4ACD-BECB-AB7EFC7FB2B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7412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C9773-E10A-4FEC-AF63-8D9E1215C20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66EF-8D62-4ACD-BECB-AB7EFC7FB2B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560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C9773-E10A-4FEC-AF63-8D9E1215C20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66EF-8D62-4ACD-BECB-AB7EFC7FB2B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589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95C9773-E10A-4FEC-AF63-8D9E1215C20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56466EF-8D62-4ACD-BECB-AB7EFC7FB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55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6F40F-7A17-3924-302E-F188416889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Proiect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E91259-9D6E-1992-D20B-E652A7C712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Partea</a:t>
            </a:r>
            <a:r>
              <a:rPr lang="en-US" dirty="0"/>
              <a:t> a IV-a  </a:t>
            </a:r>
          </a:p>
          <a:p>
            <a:r>
              <a:rPr lang="en-US" dirty="0"/>
              <a:t>										</a:t>
            </a:r>
          </a:p>
          <a:p>
            <a:r>
              <a:rPr lang="en-US" dirty="0"/>
              <a:t>										Pop Catalin-Cornel</a:t>
            </a:r>
          </a:p>
        </p:txBody>
      </p:sp>
    </p:spTree>
    <p:extLst>
      <p:ext uri="{BB962C8B-B14F-4D97-AF65-F5344CB8AC3E}">
        <p14:creationId xmlns:p14="http://schemas.microsoft.com/office/powerpoint/2010/main" val="267055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D836F-5DE2-1F26-15DF-1E72D417D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Stabilizatorul</a:t>
            </a:r>
            <a:r>
              <a:rPr lang="en-US" dirty="0"/>
              <a:t> </a:t>
            </a:r>
            <a:r>
              <a:rPr lang="en-US" dirty="0" err="1"/>
              <a:t>integrat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143A61-2392-2C3E-1CC7-0E4D9ED0E6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513" y="2557994"/>
            <a:ext cx="3440438" cy="321121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EB50F4-32AB-95A3-F211-E09587DAD2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135" y="4817312"/>
            <a:ext cx="5837463" cy="10064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E82BFA-BBFE-C5FB-B255-9A465603053F}"/>
              </a:ext>
            </a:extLst>
          </p:cNvPr>
          <p:cNvSpPr txBox="1"/>
          <p:nvPr/>
        </p:nvSpPr>
        <p:spPr>
          <a:xfrm>
            <a:off x="4835951" y="2948989"/>
            <a:ext cx="60606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Stabilizatoarele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sunt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renumite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performantele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ridicate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versatilitate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compactibilitate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Ele sunt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care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realizeaza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diferite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cum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Amplificator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eroare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Referinta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Regulator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144916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9BE6-DF7A-B19D-A5D8-296AA06A9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Cerintele</a:t>
            </a:r>
            <a:r>
              <a:rPr lang="en-US" dirty="0"/>
              <a:t> </a:t>
            </a:r>
            <a:r>
              <a:rPr lang="en-US" dirty="0" err="1"/>
              <a:t>impuse</a:t>
            </a:r>
            <a:r>
              <a:rPr lang="en-US" dirty="0"/>
              <a:t>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2D1E6-186B-3A6C-E72C-F13CDB61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proiectarea</a:t>
            </a:r>
            <a:r>
              <a:rPr lang="en-US" dirty="0"/>
              <a:t> </a:t>
            </a:r>
            <a:r>
              <a:rPr lang="en-US" dirty="0" err="1"/>
              <a:t>stabilizatorului</a:t>
            </a:r>
            <a:r>
              <a:rPr lang="en-US" dirty="0"/>
              <a:t> </a:t>
            </a:r>
            <a:r>
              <a:rPr lang="en-US" dirty="0" err="1"/>
              <a:t>integrat</a:t>
            </a:r>
            <a:r>
              <a:rPr lang="en-US" dirty="0"/>
              <a:t>, in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nostru</a:t>
            </a:r>
            <a:r>
              <a:rPr lang="en-US" dirty="0"/>
              <a:t>, </a:t>
            </a:r>
            <a:r>
              <a:rPr lang="en-US" dirty="0" err="1"/>
              <a:t>avem</a:t>
            </a:r>
            <a:r>
              <a:rPr lang="en-US" dirty="0"/>
              <a:t> </a:t>
            </a:r>
            <a:r>
              <a:rPr lang="en-US" dirty="0" err="1"/>
              <a:t>urmatorii</a:t>
            </a:r>
            <a:r>
              <a:rPr lang="en-US" dirty="0"/>
              <a:t> </a:t>
            </a:r>
            <a:r>
              <a:rPr lang="en-US" dirty="0" err="1"/>
              <a:t>parametrii</a:t>
            </a:r>
            <a:r>
              <a:rPr lang="en-US" dirty="0"/>
              <a:t> de </a:t>
            </a:r>
            <a:r>
              <a:rPr lang="en-US" dirty="0" err="1"/>
              <a:t>respectat</a:t>
            </a:r>
            <a:r>
              <a:rPr lang="en-US" dirty="0"/>
              <a:t>:</a:t>
            </a:r>
          </a:p>
          <a:p>
            <a:r>
              <a:rPr lang="en-US" dirty="0" err="1"/>
              <a:t>Iout</a:t>
            </a:r>
            <a:r>
              <a:rPr lang="en-US" dirty="0"/>
              <a:t> = 100mA</a:t>
            </a:r>
          </a:p>
          <a:p>
            <a:r>
              <a:rPr lang="en-US" dirty="0" err="1"/>
              <a:t>Vout</a:t>
            </a:r>
            <a:r>
              <a:rPr lang="en-US" dirty="0"/>
              <a:t> = 5V</a:t>
            </a:r>
          </a:p>
          <a:p>
            <a:r>
              <a:rPr lang="en-US" dirty="0" err="1"/>
              <a:t>Poutmax</a:t>
            </a:r>
            <a:r>
              <a:rPr lang="en-US" dirty="0"/>
              <a:t>= 0.5W</a:t>
            </a:r>
          </a:p>
          <a:p>
            <a:r>
              <a:rPr lang="en-US" dirty="0" err="1"/>
              <a:t>Tamb</a:t>
            </a:r>
            <a:r>
              <a:rPr lang="en-US" dirty="0"/>
              <a:t>= 25°C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931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BFA28-F122-F5C9-EB55-E4191A131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stabilizatorului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6384D-E63A-F49D-FE2B-E8109F198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1"/>
            <a:ext cx="9601196" cy="3318936"/>
          </a:xfrm>
        </p:spPr>
        <p:txBody>
          <a:bodyPr/>
          <a:lstStyle/>
          <a:p>
            <a:r>
              <a:rPr lang="en-US" dirty="0"/>
              <a:t>Am </a:t>
            </a:r>
            <a:r>
              <a:rPr lang="en-US" dirty="0" err="1"/>
              <a:t>decis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aleg</a:t>
            </a:r>
            <a:r>
              <a:rPr lang="en-US" dirty="0"/>
              <a:t> </a:t>
            </a:r>
            <a:r>
              <a:rPr lang="en-US" dirty="0" err="1"/>
              <a:t>stabilizatorul</a:t>
            </a:r>
            <a:r>
              <a:rPr lang="en-US" dirty="0"/>
              <a:t> </a:t>
            </a:r>
            <a:r>
              <a:rPr lang="en-US" b="1" dirty="0"/>
              <a:t>LT317A.</a:t>
            </a:r>
          </a:p>
          <a:p>
            <a:r>
              <a:rPr lang="en-US" dirty="0"/>
              <a:t>Pret: $2.68</a:t>
            </a:r>
            <a:r>
              <a:rPr lang="en-US" b="1" dirty="0"/>
              <a:t> 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A56433-CA74-5EAE-44C2-24D1C9DD4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935" y="3046488"/>
            <a:ext cx="3432125" cy="2076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198B2D-CB43-547B-11E2-1DCEECC8F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1" y="3460118"/>
            <a:ext cx="4417241" cy="24157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E1C57E-0D70-0BB9-0C22-A8132B53B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164" y="5122617"/>
            <a:ext cx="3305666" cy="7532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0628A22-10A0-8D96-6ABB-AF9F04C08E6D}"/>
              </a:ext>
            </a:extLst>
          </p:cNvPr>
          <p:cNvSpPr/>
          <p:nvPr/>
        </p:nvSpPr>
        <p:spPr>
          <a:xfrm>
            <a:off x="8392997" y="5122617"/>
            <a:ext cx="807564" cy="7532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551937-49C6-4605-90F1-7BB012F75898}"/>
              </a:ext>
            </a:extLst>
          </p:cNvPr>
          <p:cNvSpPr/>
          <p:nvPr/>
        </p:nvSpPr>
        <p:spPr>
          <a:xfrm>
            <a:off x="6834433" y="4147795"/>
            <a:ext cx="3211397" cy="2143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70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6DB8-F419-02DA-867F-E6153A57C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Fisa</a:t>
            </a:r>
            <a:r>
              <a:rPr lang="en-US" dirty="0"/>
              <a:t> de </a:t>
            </a:r>
            <a:r>
              <a:rPr lang="en-US" dirty="0" err="1"/>
              <a:t>calcul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7B0697-345C-62E5-14AD-AB279EEBEE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9498" y="2652260"/>
            <a:ext cx="3600870" cy="3317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790D9B-A460-5E6F-6C47-E089BA25C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440" y="2953595"/>
            <a:ext cx="5502117" cy="223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403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46DDF-BE7E-D205-D07C-4BE17CB9E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Simulari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3BC19D-7100-CBC3-1BA6-40E98D11B7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5749" y="2557993"/>
            <a:ext cx="624054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358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74763-B0CA-F1B3-BE19-647C581BB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EBFCB-5C3B-718D-A573-DDEE11CEB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042" y="2538079"/>
            <a:ext cx="8313787" cy="357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54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DA56A-0378-8F57-9ADF-BCBE96DB8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857D45-7A46-C2FF-0A1C-DDD26D4C8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3243" y="2520246"/>
            <a:ext cx="8325513" cy="361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83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E6D92-EA6E-FE9A-5BE0-3E5FA3E09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Vout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946D1D-F927-7DF5-8276-D330E83C6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423" y="2554663"/>
            <a:ext cx="8497153" cy="3597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997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20E01-1937-D6E6-B3A6-4810CC83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Iout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D1824D-925E-9DAE-B8F6-864A8AC015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0990" y="2531096"/>
            <a:ext cx="8522535" cy="358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377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160</TotalTime>
  <Words>131</Words>
  <Application>Microsoft Office PowerPoint</Application>
  <PresentationFormat>Widescreen</PresentationFormat>
  <Paragraphs>23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Garamond</vt:lpstr>
      <vt:lpstr>Times New Roman</vt:lpstr>
      <vt:lpstr>Organic</vt:lpstr>
      <vt:lpstr>Proiect</vt:lpstr>
      <vt:lpstr>Stabilizatorul integrat</vt:lpstr>
      <vt:lpstr>Cerintele impuse  </vt:lpstr>
      <vt:lpstr>Alegerea stabilizatorului </vt:lpstr>
      <vt:lpstr>Fisa de calcul</vt:lpstr>
      <vt:lpstr>Simulari</vt:lpstr>
      <vt:lpstr>Ro</vt:lpstr>
      <vt:lpstr>SUI</vt:lpstr>
      <vt:lpstr>Vout</vt:lpstr>
      <vt:lpstr>Iout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Catalin Cornel Pop</dc:creator>
  <cp:lastModifiedBy>Catalin Cornel Pop</cp:lastModifiedBy>
  <cp:revision>9</cp:revision>
  <dcterms:created xsi:type="dcterms:W3CDTF">2025-11-28T09:38:07Z</dcterms:created>
  <dcterms:modified xsi:type="dcterms:W3CDTF">2025-11-30T12:55:32Z</dcterms:modified>
</cp:coreProperties>
</file>